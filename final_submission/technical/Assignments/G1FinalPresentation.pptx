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 initiates, all introduce selves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c20ae60b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c20ae60b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c20ae60b9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c20ae60b9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c20ae60b9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c20ae60b9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49a76a3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49a76a3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7f085a64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7f085a64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f085a64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7f085a64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f085a64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7f085a64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7f085a64a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7f085a64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7f085a64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7f085a64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f085a64a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7f085a64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7f085a64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7f085a64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7f085a64a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7f085a64a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611483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611483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 system MUST allow businesses and organizations to build a simulation of how their company is structured.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Organizations/Businesses, Departments, Teams, Employees, Roles, etc.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 system MUST have an account-based login system.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have different logins for different account types.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have Two-factor authentication (options: location-based, authenticator apps, etc.).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have IT/admin-level access for installs and troubleshooting.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 system MUST log who or what added or modified a transaction.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log timestamps for when a transaction is added to the books.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log timestamps for when a transaction in the books is modified.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allow transactions to be opened to view their context.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have links to connected entries in opened transactions.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store all timestamps for the transaction as a list inside the opened entry.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have links to connected documents and explain where the transaction is mentioned in opened transactions.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Documents can be Bank Statements, Journal Entries, etc.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 system MAY have a chatbot AI assistant that works like an on-screen assistant for month-end close operations.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there is an AI, the AI MUST be open source so we don't have to worry about API calls and it can be run locally.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MAY have a built-in system AI that will go through and automatically audit transaction links.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 system MUST filter the database so only that business or organization can access their data from it.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store information securely within a database.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prefer cloud database storage.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SHOULD have local database storage for large enterprises.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MAY have mobile features for receipt scanning.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Filter is just a figure of speech in this context. The database structure will create artificial divides in the data due to primary and foreign keys.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 system MUST auto-prepare reconciliations for inputted documents.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highlight variances and anomalies between inputted documents.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provide Prepared By Client (PBC) workflows for easier client communication.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integrate with Excel, QBO, Xero for exports and reporting.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MUST have .csv, .txt, etc. input formats.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Excel, QBO(QuickBooks Online) and Xero(read Zero) are some of the current tools used during month-end closes.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c20ae60b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c20ae60b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49a76a3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49a76a3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c20ae60b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c20ae60b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49a76a3a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49a76a3a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 and/or all as we go through it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20ae60b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c20ae60b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49a76a3a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49a76a3a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WyattMorgan20/GDP-Group-1-Balance---AI-Assisted-Bookkeeping/wiki/Use-Cases-(Iteration-2)#9-bookkeeping-features" TargetMode="External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next.js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/>
              <a:t>Group 1 Final Presentation</a:t>
            </a:r>
            <a:endParaRPr sz="31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Devs: Wyatt Morgan, Owen Graham, Corey Unruh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510450" y="381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Client: Dr. Voss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Outline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project goal is to create an automated and AI </a:t>
            </a:r>
            <a:r>
              <a:rPr lang="en"/>
              <a:t>assisted month-end close system. Things like Quickbooks online currently have a large following in the accounting and banking industry, but are very repetitive and inconvenient for things like month-end closing. We want to fix that issue where we can with and for our client, Dr. Voss.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611" y="2492365"/>
            <a:ext cx="3366900" cy="25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Bookkeeping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financial diary - entries skipped means audit failure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Business reliance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books means blind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Repetitive work in small areas (payroll, sales, etc.) can lead to human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Accumulated errors = incorrect statements, tax return info, etc.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Despite having safeguards and duty segregations in place, CPA firms can and do experience audit failures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 a result…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Significant financial loss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Federal/legal action if severe enough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Streamlined software (QuickBooks Online) makes bookkeeping easy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But at a cost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Repetitive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Time-Consuming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Manual Process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Lack of </a:t>
            </a:r>
            <a:r>
              <a:rPr lang="en" sz="1400"/>
              <a:t>efficiency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Very little automation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Overall negative effects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Increased risk of human error, snowball of errors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Delays in reporting/reconciliation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constraints are not met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failure of audits, incorrect tax data, loss of finances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5538" l="11677" r="12195" t="5989"/>
          <a:stretch/>
        </p:blipFill>
        <p:spPr>
          <a:xfrm>
            <a:off x="5888175" y="1455025"/>
            <a:ext cx="2822100" cy="28113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1/9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92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Account Creation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Creating an Account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 Scenario 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On system startup, login prompt appears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clicks create account button on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enters desired username and password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sets up Multi-Factor Authentication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confirms entered credentials and clicks create account button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System creates the account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325" y="3576013"/>
            <a:ext cx="449580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2/9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User Login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Log In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Success Scenario Steps: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On system startup, login prompt appears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account creation, user is sent back to login prompt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User enters login information and clicks login button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User enter Multi-Factor Authentication credentials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System confirms credentials and logs user in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Exceptions: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System confirms credentials and sends error: No matching user account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System confirms credentials and sends error: Incorrect credentials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5025"/>
            <a:ext cx="4267200" cy="110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9693" y="1493931"/>
            <a:ext cx="4267201" cy="119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4822" y="2571754"/>
            <a:ext cx="4267200" cy="125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4939" y="3610425"/>
            <a:ext cx="4375251" cy="11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3/9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172225" y="1239650"/>
            <a:ext cx="4715700" cy="3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Manager Permissions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Give Manager accounts proper Managerial permissions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Success Scenario Steps: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logging in, Manager is sent to Managerial dashboard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At the dashboard, Manager will: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See alerts for record deletion requests and final month-end close confirmation request for all current assigned bookkeeping projects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Get weekly report about updates to all current assigned bookkeeping projects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Receive ability to create, delete, and update all current assigned bookkeeping projects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See updates for accountants that have not updated books in two-day periods from assignments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Get notifications to review and approve reconciliations prepared by accountants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853" y="980850"/>
            <a:ext cx="4307550" cy="331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4/9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154775" y="1152475"/>
            <a:ext cx="4523700" cy="4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Accountant Permissions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Give Accountant accounts proper Account permissions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Success Scenario Steps: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logging in, Accountant is sent to Accountants dashboard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At the dashboard, Accountant will: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 able to add and update records in assigned bookkeeping projects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Have the ability to add supporting documents to assigned bookkeeping projects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 able to view given task lists for assigned bookkeeping projects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Get the ability to prepare reconciliations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Receive notifications for review approval or rejection status from managers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Get read-only access to prior-period records for 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257" y="804375"/>
            <a:ext cx="4777349" cy="38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5/9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119908" y="1152475"/>
            <a:ext cx="4260300" cy="4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IT Permissions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Give IT accounts proper IT permissions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Success Scenario Steps: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logging in, IT is sent to IT dashboard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At the dashboard, IT will: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Have the ability to create, modify and deactivate accounts that don't have the admin role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 able to assign or revoke role-based access classes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Have the ability to manage authentication methods for users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Get the ability to see read-only copies of logs and audit trails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Have permissions to monitor system well-being(troubleshooting, errors, integrated software/systems)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800" y="250250"/>
            <a:ext cx="4646274" cy="46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6/9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4260300" cy="4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Audit Trail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Allow respective users to see the audit trail for all transactions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Success Scenario Steps: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logging in, the user is sent to their respective dashboard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At the dashboard, the user will: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View timestamps for when a transaction is added to the books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View generated timestamps for when a transaction in the books is modified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 able to open transactions to view their context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Click links to connected entries in opened transactions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View all timestamps for the transaction as a list inside the opened entry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700" y="921149"/>
            <a:ext cx="4680300" cy="354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7/9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4341900" cy="3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AI Integration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Add AI to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 Scenario 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After logging in, the user is sent to their respective dashboard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At dashboard, the user will be able 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Use a chatbot AI assistant that works like an on-screen assistant for month-end close operations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View automatically-audited transaction links done by the built-in system AI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600" y="1216400"/>
            <a:ext cx="4341900" cy="2710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8/9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Data Management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Manage data as efficiently and logical as possible.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Success Steps: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logging in, the user will be sent to their respective dashboard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To manage data, the user will have the following options: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Store information within a database (cloud-based)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Larger enterprises may need to use local storage for faster data access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Receipt scanning could be done using mobile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439" y="1323093"/>
            <a:ext cx="47785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9/9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4260300" cy="4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9. Bookkeeping Features</a:t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Goal: Successfully prepare and generate records for bookkeeping and audit trails.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Success Steps: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After logging in, the user will be sent to their respective dashboard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The user will generate data for audits based on the following options: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Auto-prepare bank reconciliation as the final product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Generate journal entries along with documents to support the entries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Show and highlight variances and anomalies to show any conflicting information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Generate Prepared By Client workflows for client interaction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Excel integration for exports and reporting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Supported input formats include .csv, .txt, and more common file types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Bank statements are included in audit trails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8477" y="349183"/>
            <a:ext cx="4996537" cy="45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Structure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Businesses and Organizations can create simulations of their structures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Authentication &amp; Security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Account based logins with multi-factor authentication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Audit Trail Managements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Information and receipts for the what, where, and why </a:t>
            </a:r>
            <a:r>
              <a:rPr lang="en" sz="1400"/>
              <a:t>transactions</a:t>
            </a:r>
            <a:r>
              <a:rPr lang="en" sz="1400"/>
              <a:t> are happening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 Integration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 open source AI to help with things like auto </a:t>
            </a:r>
            <a:r>
              <a:rPr lang="en" sz="1400"/>
              <a:t>auditing</a:t>
            </a:r>
            <a:r>
              <a:rPr lang="en" sz="1400"/>
              <a:t> transaction links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Management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Cloud/Local storing of information that is cleanly organized and filtered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Bookkeeping Features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Integrated Excel, QBO, and Xero with month-end close features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improve the efficiency of completing the problem. Month-end close operations should take no more than an hour.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improve the profitability of businesses/accounting firms by reducing the time accountants are working on the problem by at least 20%.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stability so that everything it can control is always accessible and online at least 95% of the time.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performance so that loading times are consistent based on network speed. Web pages should take no more than 5 seconds to open.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security for everything since it is dealing with monetary transactions for clients. Client data should be reliably safe and secure for those using our app.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usability so that non-technical users can handle it just as easily as technical users. The UI should be readable and comprehensive for just about everyone.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organization so that it remains uniform and appealing to look at for the average user.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diagram/plan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240963"/>
            <a:ext cx="432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Platforms &amp; Technologies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 Studio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Frontend: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REACT (</a:t>
            </a:r>
            <a:r>
              <a:rPr lang="en" u="sng">
                <a:solidFill>
                  <a:schemeClr val="hlink"/>
                </a:solidFill>
                <a:hlinkClick r:id="rId3"/>
              </a:rPr>
              <a:t>Next.js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CSS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HTML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Backend: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Libraries: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Hugging Face</a:t>
            </a:r>
            <a:r>
              <a:rPr lang="en"/>
              <a:t> model and necessary libraries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Hosting strategies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REACT or Node</a:t>
            </a:r>
            <a:endParaRPr/>
          </a:p>
        </p:txBody>
      </p:sp>
      <p:pic>
        <p:nvPicPr>
          <p:cNvPr id="166" name="Google Shape;166;p28" title="Architecture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5118" y="1234019"/>
            <a:ext cx="4896349" cy="31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Management Plan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017725"/>
            <a:ext cx="42603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Important Data</a:t>
            </a:r>
            <a:endParaRPr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priority lies in robust data retention and auditability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Names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Timestamps</a:t>
            </a:r>
            <a:endParaRPr sz="1200"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2571725"/>
            <a:ext cx="3988800" cy="21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 Security</a:t>
            </a:r>
            <a:endParaRPr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stored domestically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Prevents complexity of storing overseas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deletion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Prevent deletion to preserve audit trails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Multi-factor deletion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Robust data retention - prevent accidental or malicious deletion, etc.</a:t>
            </a:r>
            <a:endParaRPr sz="1200"/>
          </a:p>
        </p:txBody>
      </p:sp>
      <p:pic>
        <p:nvPicPr>
          <p:cNvPr id="174" name="Google Shape;174;p29" title="monthEndCloseProc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1925" y="913151"/>
            <a:ext cx="5032074" cy="377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demos</a:t>
            </a:r>
            <a:endParaRPr/>
          </a:p>
        </p:txBody>
      </p:sp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 b="0" l="0" r="0" t="7783"/>
          <a:stretch/>
        </p:blipFill>
        <p:spPr>
          <a:xfrm>
            <a:off x="1059725" y="1067225"/>
            <a:ext cx="7024548" cy="352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Been Accomplished?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Various forms of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</a:t>
            </a:r>
            <a:r>
              <a:rPr lang="en"/>
              <a:t>thorough</a:t>
            </a:r>
            <a:r>
              <a:rPr lang="en"/>
              <a:t> meetings with Dr. Voss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management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website layout for download/setup of application</a:t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390" y="2571750"/>
            <a:ext cx="2932912" cy="22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2026 Plan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</a:t>
            </a:r>
            <a:r>
              <a:rPr lang="en"/>
              <a:t> and realize Balance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Finalize application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Setup and organize database</a:t>
            </a:r>
            <a:endParaRPr/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698" y="2332423"/>
            <a:ext cx="4486600" cy="2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