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Proxima Nova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roximaNova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ProximaNova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ProximaNova-italic.fntdata"/><Relationship Id="rId6" Type="http://schemas.openxmlformats.org/officeDocument/2006/relationships/slide" Target="slides/slide1.xml"/><Relationship Id="rId18" Type="http://schemas.openxmlformats.org/officeDocument/2006/relationships/font" Target="fonts/ProximaNova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 at project title and ai slop images?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8c20ae60b9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8c20ae60b9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Group/Wyatt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8c20ae60b9_0_10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8c20ae60b9_0_10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Wyatt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8c20ae60b9_0_1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8c20ae60b9_0_1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Wyatt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8c20ae60b9_0_1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8c20ae60b9_0_1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Wyatt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94adbdbbca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94adbdbbca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Corey add ai slop images?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8c20ae60b9_0_1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8c20ae60b9_0_1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Corey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8c20ae60b9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8c20ae60b9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Corey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8c20ae60b9_1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8c20ae60b9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Owen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8c20ae60b9_1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8c20ae60b9_1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Owen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8c20ae60b9_1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8c20ae60b9_1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Owen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p3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pearmin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med">
    <p:push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 1 Midterm Presentation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Devs: Wyatt Morgan, Owen Graham, Corey Unruh</a:t>
            </a:r>
            <a:endParaRPr/>
          </a:p>
        </p:txBody>
      </p:sp>
      <p:sp>
        <p:nvSpPr>
          <p:cNvPr id="61" name="Google Shape;61;p13"/>
          <p:cNvSpPr txBox="1"/>
          <p:nvPr>
            <p:ph idx="1" type="subTitle"/>
          </p:nvPr>
        </p:nvSpPr>
        <p:spPr>
          <a:xfrm>
            <a:off x="510450" y="381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Client: Dr. Voss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Outline</a:t>
            </a:r>
            <a:endParaRPr/>
          </a:p>
        </p:txBody>
      </p:sp>
      <p:sp>
        <p:nvSpPr>
          <p:cNvPr id="67" name="Google Shape;67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Our project goal is to create an automated and AI </a:t>
            </a:r>
            <a:r>
              <a:rPr lang="en"/>
              <a:t>assisted month-end close system. Things like Quickbooks online currently have a large following in the accounting and banking industry, but are very repetitive and inconvenient for things like month-end closing. We want to fix that issue where we can with and for our client, Dr. Voss.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73" name="Google Shape;73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Bookkeeping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financial diary - entries skipped means audit failure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Business reliance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 books means blind work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Repetitive work in small areas (payroll, sales, etc.) can lead to human error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Accumulated errors = incorrect statements, tax return info, etc.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Despite having safeguards and duty segregations in place, CPA firms can and do experience audit failures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As a result…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Significant financial loss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Fines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Federal/legal action if severe enough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Statement</a:t>
            </a:r>
            <a:endParaRPr/>
          </a:p>
        </p:txBody>
      </p:sp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Streamlined software (QuickBooks Online) makes bookkeeping easy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But at a cost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Repetitive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Time-Consuming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Manual Process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Lack of </a:t>
            </a:r>
            <a:r>
              <a:rPr lang="en" sz="1400"/>
              <a:t>efficiency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Very little automation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Overall negative effects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Increased risk of human error, snowball of errors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Delays in reporting/reconciliation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Time constraints are not met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Overall failure of audits, incorrect tax data, loss of finances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Proposed Solution</a:t>
            </a:r>
            <a:endParaRPr/>
          </a:p>
        </p:txBody>
      </p:sp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Balanced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Integrates AI automation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Auto-prepares statements for bookkeeping, auditing, and more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Takes away repetitiveness, tedious and complicated month-end work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Automation takes away the tedious work, giving CPAs and accounting firms more time to focus on bigger, more important tasks</a:t>
            </a:r>
            <a:endParaRPr sz="1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Functional Requirements</a:t>
            </a:r>
            <a:endParaRPr/>
          </a:p>
        </p:txBody>
      </p:sp>
      <p:sp>
        <p:nvSpPr>
          <p:cNvPr id="91" name="Google Shape;91;p18"/>
          <p:cNvSpPr txBox="1"/>
          <p:nvPr>
            <p:ph idx="1" type="body"/>
          </p:nvPr>
        </p:nvSpPr>
        <p:spPr>
          <a:xfrm>
            <a:off x="311700" y="863896"/>
            <a:ext cx="8520600" cy="38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1. Authentication &amp; Security</a:t>
            </a:r>
            <a:endParaRPr sz="1200"/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The system MUST have an account-based login system.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The system MUST have different logins for different account types.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The system MUST have Two-factor authentication (options: location-based, authenticator apps, etc.).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The system MUST have IT/admin-level access for installs and troubleshooting.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/>
              <a:t>2. Audit Trail Management</a:t>
            </a:r>
            <a:endParaRPr sz="1200"/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The system MUST generate timestamps for when a transaction is added to the books.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The system MUST generate timestamps for when a transaction in the books is modified.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The system MUST allow transactions to be opened to view their context.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The system MUST have links to connected entries in opened transactions.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The system MUST store all timestamps for the transaction as a list inside the opened entry.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/>
              <a:t>3. AI Integration</a:t>
            </a:r>
            <a:endParaRPr sz="1200"/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The system MAY have a chatbot AI assistant that works like an on-screen assistant for month-end close operations (options: Gemini, Claude, ChatGPT, etc.).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The system MAY have a built-in system AI that will go through and automatically audit transaction links.</a:t>
            </a:r>
            <a:endParaRPr sz="1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Functional Requirements Contd.</a:t>
            </a:r>
            <a:endParaRPr/>
          </a:p>
        </p:txBody>
      </p:sp>
      <p:sp>
        <p:nvSpPr>
          <p:cNvPr id="97" name="Google Shape;97;p19"/>
          <p:cNvSpPr txBox="1"/>
          <p:nvPr>
            <p:ph idx="1" type="body"/>
          </p:nvPr>
        </p:nvSpPr>
        <p:spPr>
          <a:xfrm>
            <a:off x="311700" y="780073"/>
            <a:ext cx="8520600" cy="472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4. User Interface &amp; Experience</a:t>
            </a:r>
            <a:endParaRPr sz="1200"/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The system MUST have a comprehensive, uniform dashboard that encompasses all month-end close needs.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The system MUST have a design that includes only needed information on pages with little clutter.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The system MUST have a design where needed information is inherently understandable.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The system MUST have a design where the experience of navigating pages is not confusing.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/>
              <a:t>5. Data Management</a:t>
            </a:r>
            <a:endParaRPr sz="1200"/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The system MUST store information securely within a database.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The system MUST prefer cloud database storage.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The system SHOULD have local database storage for large enterprises.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The system MAY have mobile features for receipt scanning.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/>
              <a:t>6. Bookkeeping Features</a:t>
            </a:r>
            <a:endParaRPr sz="1200"/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The system MUST auto-prepare bank reconciliation records.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The system MUST generate journal entries with supporting documents.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The system MUST highlight variances and anomalies.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The system MUST integrate with Excel for exports and reporting.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The system MUST include bank statements (PDFs) in audit trails.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Non-Functional Requirements</a:t>
            </a:r>
            <a:endParaRPr/>
          </a:p>
        </p:txBody>
      </p:sp>
      <p:sp>
        <p:nvSpPr>
          <p:cNvPr id="103" name="Google Shape;103;p20"/>
          <p:cNvSpPr txBox="1"/>
          <p:nvPr>
            <p:ph idx="1" type="body"/>
          </p:nvPr>
        </p:nvSpPr>
        <p:spPr>
          <a:xfrm>
            <a:off x="311700" y="1152475"/>
            <a:ext cx="8520600" cy="37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The program should improve the efficiency of completing the problem. Month-end close operations should take no more than an hour.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The program should improve the profitability of businesses/accounting firms by reducing the time accountants are working on the problem by at least 20%.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The program should prioritize stability so that everything it can control is always accessible and online at least 95% of the time.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The program should prioritize performance so that loading times are consistent based on network speed. Web pages should take no more than 5 seconds to open.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The program should prioritize security for everything since it is dealing with monetary transactions for clients. Client data should be reliably safe and secure for those using our app.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The program should prioritize usability so that non-technical users can handle it just as easily as technical users. The UI should be readable and comprehensive for just about everyone.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The program should prioritize organization so that it remains uniform and appealing to look at for the average user.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Management Plan</a:t>
            </a:r>
            <a:endParaRPr/>
          </a:p>
        </p:txBody>
      </p:sp>
      <p:sp>
        <p:nvSpPr>
          <p:cNvPr id="109" name="Google Shape;109;p21"/>
          <p:cNvSpPr txBox="1"/>
          <p:nvPr>
            <p:ph idx="1" type="body"/>
          </p:nvPr>
        </p:nvSpPr>
        <p:spPr>
          <a:xfrm>
            <a:off x="311700" y="1152475"/>
            <a:ext cx="4141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Important Data</a:t>
            </a:r>
            <a:endParaRPr sz="1400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Data priority lies in robust data retention and auditability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Names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Timestamps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Contact info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Phone numbers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Email address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Receipts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Client-side: Keep screenshots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System-side: Extracted OCR/PDF format from screenshots for easier data collection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Digitized audit trails</a:t>
            </a:r>
            <a:endParaRPr sz="1400"/>
          </a:p>
        </p:txBody>
      </p:sp>
      <p:sp>
        <p:nvSpPr>
          <p:cNvPr id="110" name="Google Shape;110;p21"/>
          <p:cNvSpPr txBox="1"/>
          <p:nvPr>
            <p:ph idx="1" type="body"/>
          </p:nvPr>
        </p:nvSpPr>
        <p:spPr>
          <a:xfrm>
            <a:off x="4690800" y="1152475"/>
            <a:ext cx="4141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Data Security</a:t>
            </a:r>
            <a:endParaRPr sz="1400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Data stored domestically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Prevents complexity of storing overseas/foreign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Data deletion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Prevent deletion to preserve audit trails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Multi-factor deletion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Robust data retention - prevent accidental deletion, malicious deletion, etc.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Has Been Accomplished?</a:t>
            </a:r>
            <a:endParaRPr/>
          </a:p>
        </p:txBody>
      </p:sp>
      <p:sp>
        <p:nvSpPr>
          <p:cNvPr id="116" name="Google Shape;116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Documentation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Many </a:t>
            </a:r>
            <a:r>
              <a:rPr lang="en"/>
              <a:t>thorough</a:t>
            </a:r>
            <a:r>
              <a:rPr lang="en"/>
              <a:t> meetings with Dr. Voss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Planning for the future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Language(s) we’ll use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Types of data storage we want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I.e. foreign vs domestic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Claiming the domain to our project name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etc.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Lessons </a:t>
            </a:r>
            <a:r>
              <a:rPr lang="en"/>
              <a:t>Learned</a:t>
            </a:r>
            <a:r>
              <a:rPr lang="en"/>
              <a:t> </a:t>
            </a:r>
            <a:r>
              <a:rPr lang="en"/>
              <a:t>Till</a:t>
            </a:r>
            <a:r>
              <a:rPr lang="en"/>
              <a:t> Now</a:t>
            </a:r>
            <a:endParaRPr/>
          </a:p>
        </p:txBody>
      </p:sp>
      <p:sp>
        <p:nvSpPr>
          <p:cNvPr id="122" name="Google Shape;122;p23"/>
          <p:cNvSpPr txBox="1"/>
          <p:nvPr>
            <p:ph idx="1" type="body"/>
          </p:nvPr>
        </p:nvSpPr>
        <p:spPr>
          <a:xfrm>
            <a:off x="311700" y="1152475"/>
            <a:ext cx="8011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Throughout this </a:t>
            </a:r>
            <a:r>
              <a:rPr lang="en"/>
              <a:t>semester so far</a:t>
            </a:r>
            <a:r>
              <a:rPr lang="en"/>
              <a:t> we have learned: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importance of clear communication with our client and each other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Various use cases for project management skills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Ways to prevent scope creep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Good practices of recording and formatting meeting minutes for clear future uses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